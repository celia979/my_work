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FC0BEE-FF5A-0EAE-FD03-956393B04ED3}" v="71" dt="2025-12-08T08:49:08.492"/>
    <p1510:client id="{9C556978-44E3-0D7C-BA93-A4CA9B254F81}" v="314" dt="2025-12-08T13:35:49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AECC3D-4D39-4D4C-AD05-2529CE9EEB45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D293A89-4D12-4C46-B986-5AC55A98F5D1}">
      <dgm:prSet/>
      <dgm:spPr/>
      <dgm:t>
        <a:bodyPr/>
        <a:lstStyle/>
        <a:p>
          <a:r>
            <a:rPr lang="en-US" dirty="0"/>
            <a:t>Presentation du </a:t>
          </a:r>
          <a:r>
            <a:rPr lang="en-US" dirty="0" err="1"/>
            <a:t>Projet</a:t>
          </a:r>
          <a:endParaRPr lang="en-US" dirty="0"/>
        </a:p>
      </dgm:t>
    </dgm:pt>
    <dgm:pt modelId="{9742D7A4-B70E-4B9E-90A4-A09E491F654D}" type="parTrans" cxnId="{DC060A8F-F258-4D7A-B12D-10DBAEDAA30D}">
      <dgm:prSet/>
      <dgm:spPr/>
      <dgm:t>
        <a:bodyPr/>
        <a:lstStyle/>
        <a:p>
          <a:endParaRPr lang="en-US"/>
        </a:p>
      </dgm:t>
    </dgm:pt>
    <dgm:pt modelId="{24E2F749-8C09-47E5-8C57-8123A14CD30E}" type="sibTrans" cxnId="{DC060A8F-F258-4D7A-B12D-10DBAEDAA30D}">
      <dgm:prSet/>
      <dgm:spPr/>
      <dgm:t>
        <a:bodyPr/>
        <a:lstStyle/>
        <a:p>
          <a:endParaRPr lang="en-US"/>
        </a:p>
      </dgm:t>
    </dgm:pt>
    <dgm:pt modelId="{92538352-8E0C-4F6B-91C6-737DFBC49032}">
      <dgm:prSet/>
      <dgm:spPr/>
      <dgm:t>
        <a:bodyPr/>
        <a:lstStyle/>
        <a:p>
          <a:r>
            <a:rPr lang="en-US" dirty="0" err="1"/>
            <a:t>Réalisation</a:t>
          </a:r>
          <a:endParaRPr lang="en-US" dirty="0"/>
        </a:p>
      </dgm:t>
    </dgm:pt>
    <dgm:pt modelId="{775B9E5F-ED18-4765-A8D6-06D27BB95AE0}" type="parTrans" cxnId="{C896D8E0-FBCD-42A9-BAF7-6D33A90694BC}">
      <dgm:prSet/>
      <dgm:spPr/>
      <dgm:t>
        <a:bodyPr/>
        <a:lstStyle/>
        <a:p>
          <a:endParaRPr lang="en-US"/>
        </a:p>
      </dgm:t>
    </dgm:pt>
    <dgm:pt modelId="{F19236E5-9FFE-485C-9C97-9D287E032F97}" type="sibTrans" cxnId="{C896D8E0-FBCD-42A9-BAF7-6D33A90694BC}">
      <dgm:prSet/>
      <dgm:spPr/>
      <dgm:t>
        <a:bodyPr/>
        <a:lstStyle/>
        <a:p>
          <a:endParaRPr lang="en-US"/>
        </a:p>
      </dgm:t>
    </dgm:pt>
    <dgm:pt modelId="{68B51742-73F7-4F5F-BA8A-1583C38068AE}">
      <dgm:prSet/>
      <dgm:spPr/>
      <dgm:t>
        <a:bodyPr/>
        <a:lstStyle/>
        <a:p>
          <a:r>
            <a:rPr lang="en-US" dirty="0" err="1"/>
            <a:t>Difficultés</a:t>
          </a:r>
          <a:endParaRPr lang="en-US" dirty="0"/>
        </a:p>
      </dgm:t>
    </dgm:pt>
    <dgm:pt modelId="{76E48850-5CC9-496D-8DD8-4E4333E081C8}" type="parTrans" cxnId="{A9B26F87-BCEF-400C-905A-BA5CF1F7552B}">
      <dgm:prSet/>
      <dgm:spPr/>
      <dgm:t>
        <a:bodyPr/>
        <a:lstStyle/>
        <a:p>
          <a:endParaRPr lang="en-US"/>
        </a:p>
      </dgm:t>
    </dgm:pt>
    <dgm:pt modelId="{AE2FA4E7-3D0B-4E03-971F-73CCDD47C242}" type="sibTrans" cxnId="{A9B26F87-BCEF-400C-905A-BA5CF1F7552B}">
      <dgm:prSet/>
      <dgm:spPr/>
      <dgm:t>
        <a:bodyPr/>
        <a:lstStyle/>
        <a:p>
          <a:endParaRPr lang="en-US"/>
        </a:p>
      </dgm:t>
    </dgm:pt>
    <dgm:pt modelId="{0B2A9CA4-E4ED-4023-BA15-3D2A8297F9E9}">
      <dgm:prSet/>
      <dgm:spPr/>
      <dgm:t>
        <a:bodyPr/>
        <a:lstStyle/>
        <a:p>
          <a:r>
            <a:rPr lang="en-US" dirty="0"/>
            <a:t>Conclusion </a:t>
          </a:r>
        </a:p>
      </dgm:t>
    </dgm:pt>
    <dgm:pt modelId="{970C030E-BF06-4A02-95E2-D1BCA85825D9}" type="parTrans" cxnId="{33904613-301A-43F6-B1E5-C6DC4E9F49E5}">
      <dgm:prSet/>
      <dgm:spPr/>
      <dgm:t>
        <a:bodyPr/>
        <a:lstStyle/>
        <a:p>
          <a:endParaRPr lang="en-US"/>
        </a:p>
      </dgm:t>
    </dgm:pt>
    <dgm:pt modelId="{550B3C25-75AC-4C71-B4A2-81346ADD1B61}" type="sibTrans" cxnId="{33904613-301A-43F6-B1E5-C6DC4E9F49E5}">
      <dgm:prSet/>
      <dgm:spPr/>
      <dgm:t>
        <a:bodyPr/>
        <a:lstStyle/>
        <a:p>
          <a:endParaRPr lang="en-US"/>
        </a:p>
      </dgm:t>
    </dgm:pt>
    <dgm:pt modelId="{673B3F7C-BA29-4006-9D14-AE0504BE8A90}" type="pres">
      <dgm:prSet presAssocID="{BDAECC3D-4D39-4D4C-AD05-2529CE9EEB45}" presName="outerComposite" presStyleCnt="0">
        <dgm:presLayoutVars>
          <dgm:chMax val="5"/>
          <dgm:dir/>
          <dgm:resizeHandles val="exact"/>
        </dgm:presLayoutVars>
      </dgm:prSet>
      <dgm:spPr/>
    </dgm:pt>
    <dgm:pt modelId="{C6B24062-5873-4D47-9CB3-CAD34C583E14}" type="pres">
      <dgm:prSet presAssocID="{BDAECC3D-4D39-4D4C-AD05-2529CE9EEB45}" presName="dummyMaxCanvas" presStyleCnt="0">
        <dgm:presLayoutVars/>
      </dgm:prSet>
      <dgm:spPr/>
    </dgm:pt>
    <dgm:pt modelId="{2D8EF349-6E8B-43DE-835E-43BC6F08FDD1}" type="pres">
      <dgm:prSet presAssocID="{BDAECC3D-4D39-4D4C-AD05-2529CE9EEB45}" presName="FourNodes_1" presStyleLbl="node1" presStyleIdx="0" presStyleCnt="4">
        <dgm:presLayoutVars>
          <dgm:bulletEnabled val="1"/>
        </dgm:presLayoutVars>
      </dgm:prSet>
      <dgm:spPr/>
    </dgm:pt>
    <dgm:pt modelId="{306D14C9-7A53-4CE7-B348-2C96C7179F18}" type="pres">
      <dgm:prSet presAssocID="{BDAECC3D-4D39-4D4C-AD05-2529CE9EEB45}" presName="FourNodes_2" presStyleLbl="node1" presStyleIdx="1" presStyleCnt="4">
        <dgm:presLayoutVars>
          <dgm:bulletEnabled val="1"/>
        </dgm:presLayoutVars>
      </dgm:prSet>
      <dgm:spPr/>
    </dgm:pt>
    <dgm:pt modelId="{E7B723A8-8AE8-4D4F-B516-EA7CEA6502B6}" type="pres">
      <dgm:prSet presAssocID="{BDAECC3D-4D39-4D4C-AD05-2529CE9EEB45}" presName="FourNodes_3" presStyleLbl="node1" presStyleIdx="2" presStyleCnt="4">
        <dgm:presLayoutVars>
          <dgm:bulletEnabled val="1"/>
        </dgm:presLayoutVars>
      </dgm:prSet>
      <dgm:spPr/>
    </dgm:pt>
    <dgm:pt modelId="{46B5756A-DFC9-49EE-B5B0-3E007BEE2895}" type="pres">
      <dgm:prSet presAssocID="{BDAECC3D-4D39-4D4C-AD05-2529CE9EEB45}" presName="FourNodes_4" presStyleLbl="node1" presStyleIdx="3" presStyleCnt="4">
        <dgm:presLayoutVars>
          <dgm:bulletEnabled val="1"/>
        </dgm:presLayoutVars>
      </dgm:prSet>
      <dgm:spPr/>
    </dgm:pt>
    <dgm:pt modelId="{E262F5A6-04BF-4A77-9BC1-3150FA9E3769}" type="pres">
      <dgm:prSet presAssocID="{BDAECC3D-4D39-4D4C-AD05-2529CE9EEB45}" presName="FourConn_1-2" presStyleLbl="fgAccFollowNode1" presStyleIdx="0" presStyleCnt="3">
        <dgm:presLayoutVars>
          <dgm:bulletEnabled val="1"/>
        </dgm:presLayoutVars>
      </dgm:prSet>
      <dgm:spPr/>
    </dgm:pt>
    <dgm:pt modelId="{83796028-D56B-4376-9E83-A53443CD716C}" type="pres">
      <dgm:prSet presAssocID="{BDAECC3D-4D39-4D4C-AD05-2529CE9EEB45}" presName="FourConn_2-3" presStyleLbl="fgAccFollowNode1" presStyleIdx="1" presStyleCnt="3">
        <dgm:presLayoutVars>
          <dgm:bulletEnabled val="1"/>
        </dgm:presLayoutVars>
      </dgm:prSet>
      <dgm:spPr/>
    </dgm:pt>
    <dgm:pt modelId="{EAD8662D-BA56-4122-8A8D-FE70AE283619}" type="pres">
      <dgm:prSet presAssocID="{BDAECC3D-4D39-4D4C-AD05-2529CE9EEB45}" presName="FourConn_3-4" presStyleLbl="fgAccFollowNode1" presStyleIdx="2" presStyleCnt="3">
        <dgm:presLayoutVars>
          <dgm:bulletEnabled val="1"/>
        </dgm:presLayoutVars>
      </dgm:prSet>
      <dgm:spPr/>
    </dgm:pt>
    <dgm:pt modelId="{28E27736-99C2-48B8-97E8-113E06DA022E}" type="pres">
      <dgm:prSet presAssocID="{BDAECC3D-4D39-4D4C-AD05-2529CE9EEB45}" presName="FourNodes_1_text" presStyleLbl="node1" presStyleIdx="3" presStyleCnt="4">
        <dgm:presLayoutVars>
          <dgm:bulletEnabled val="1"/>
        </dgm:presLayoutVars>
      </dgm:prSet>
      <dgm:spPr/>
    </dgm:pt>
    <dgm:pt modelId="{4EC3E9A5-DB30-4550-BD39-F4D2AC47B844}" type="pres">
      <dgm:prSet presAssocID="{BDAECC3D-4D39-4D4C-AD05-2529CE9EEB45}" presName="FourNodes_2_text" presStyleLbl="node1" presStyleIdx="3" presStyleCnt="4">
        <dgm:presLayoutVars>
          <dgm:bulletEnabled val="1"/>
        </dgm:presLayoutVars>
      </dgm:prSet>
      <dgm:spPr/>
    </dgm:pt>
    <dgm:pt modelId="{64A24A07-F5CF-4309-8C68-DC9C23AC3371}" type="pres">
      <dgm:prSet presAssocID="{BDAECC3D-4D39-4D4C-AD05-2529CE9EEB45}" presName="FourNodes_3_text" presStyleLbl="node1" presStyleIdx="3" presStyleCnt="4">
        <dgm:presLayoutVars>
          <dgm:bulletEnabled val="1"/>
        </dgm:presLayoutVars>
      </dgm:prSet>
      <dgm:spPr/>
    </dgm:pt>
    <dgm:pt modelId="{184EB788-CFA4-45D3-8A6A-3EC4B792F0BB}" type="pres">
      <dgm:prSet presAssocID="{BDAECC3D-4D39-4D4C-AD05-2529CE9EEB4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3904613-301A-43F6-B1E5-C6DC4E9F49E5}" srcId="{BDAECC3D-4D39-4D4C-AD05-2529CE9EEB45}" destId="{0B2A9CA4-E4ED-4023-BA15-3D2A8297F9E9}" srcOrd="3" destOrd="0" parTransId="{970C030E-BF06-4A02-95E2-D1BCA85825D9}" sibTransId="{550B3C25-75AC-4C71-B4A2-81346ADD1B61}"/>
    <dgm:cxn modelId="{C20CD136-383B-49A9-8DD2-15E3776337F5}" type="presOf" srcId="{AE2FA4E7-3D0B-4E03-971F-73CCDD47C242}" destId="{EAD8662D-BA56-4122-8A8D-FE70AE283619}" srcOrd="0" destOrd="0" presId="urn:microsoft.com/office/officeart/2005/8/layout/vProcess5"/>
    <dgm:cxn modelId="{5301C56C-43A5-42C5-854B-7D2ACB4C4B87}" type="presOf" srcId="{BDAECC3D-4D39-4D4C-AD05-2529CE9EEB45}" destId="{673B3F7C-BA29-4006-9D14-AE0504BE8A90}" srcOrd="0" destOrd="0" presId="urn:microsoft.com/office/officeart/2005/8/layout/vProcess5"/>
    <dgm:cxn modelId="{D33EE353-6E66-4035-BF2C-9FE9D2BD5929}" type="presOf" srcId="{68B51742-73F7-4F5F-BA8A-1583C38068AE}" destId="{E7B723A8-8AE8-4D4F-B516-EA7CEA6502B6}" srcOrd="0" destOrd="0" presId="urn:microsoft.com/office/officeart/2005/8/layout/vProcess5"/>
    <dgm:cxn modelId="{F0D21374-235B-4293-B8CB-9878800552DF}" type="presOf" srcId="{0B2A9CA4-E4ED-4023-BA15-3D2A8297F9E9}" destId="{184EB788-CFA4-45D3-8A6A-3EC4B792F0BB}" srcOrd="1" destOrd="0" presId="urn:microsoft.com/office/officeart/2005/8/layout/vProcess5"/>
    <dgm:cxn modelId="{A9B26F87-BCEF-400C-905A-BA5CF1F7552B}" srcId="{BDAECC3D-4D39-4D4C-AD05-2529CE9EEB45}" destId="{68B51742-73F7-4F5F-BA8A-1583C38068AE}" srcOrd="2" destOrd="0" parTransId="{76E48850-5CC9-496D-8DD8-4E4333E081C8}" sibTransId="{AE2FA4E7-3D0B-4E03-971F-73CCDD47C242}"/>
    <dgm:cxn modelId="{38C08287-F7B9-4D20-9792-F7022575A5AF}" type="presOf" srcId="{F19236E5-9FFE-485C-9C97-9D287E032F97}" destId="{83796028-D56B-4376-9E83-A53443CD716C}" srcOrd="0" destOrd="0" presId="urn:microsoft.com/office/officeart/2005/8/layout/vProcess5"/>
    <dgm:cxn modelId="{DC060A8F-F258-4D7A-B12D-10DBAEDAA30D}" srcId="{BDAECC3D-4D39-4D4C-AD05-2529CE9EEB45}" destId="{4D293A89-4D12-4C46-B986-5AC55A98F5D1}" srcOrd="0" destOrd="0" parTransId="{9742D7A4-B70E-4B9E-90A4-A09E491F654D}" sibTransId="{24E2F749-8C09-47E5-8C57-8123A14CD30E}"/>
    <dgm:cxn modelId="{0717E091-3F68-4E55-BE23-6DAEDB7FC612}" type="presOf" srcId="{0B2A9CA4-E4ED-4023-BA15-3D2A8297F9E9}" destId="{46B5756A-DFC9-49EE-B5B0-3E007BEE2895}" srcOrd="0" destOrd="0" presId="urn:microsoft.com/office/officeart/2005/8/layout/vProcess5"/>
    <dgm:cxn modelId="{2472729E-7EC0-4877-86A7-B4D4C441E2AA}" type="presOf" srcId="{4D293A89-4D12-4C46-B986-5AC55A98F5D1}" destId="{2D8EF349-6E8B-43DE-835E-43BC6F08FDD1}" srcOrd="0" destOrd="0" presId="urn:microsoft.com/office/officeart/2005/8/layout/vProcess5"/>
    <dgm:cxn modelId="{05EA06B0-5B3C-44A3-B2A6-2551A80C582F}" type="presOf" srcId="{24E2F749-8C09-47E5-8C57-8123A14CD30E}" destId="{E262F5A6-04BF-4A77-9BC1-3150FA9E3769}" srcOrd="0" destOrd="0" presId="urn:microsoft.com/office/officeart/2005/8/layout/vProcess5"/>
    <dgm:cxn modelId="{C4BDE0BF-7229-43A4-8F0D-E4B7EB566898}" type="presOf" srcId="{92538352-8E0C-4F6B-91C6-737DFBC49032}" destId="{4EC3E9A5-DB30-4550-BD39-F4D2AC47B844}" srcOrd="1" destOrd="0" presId="urn:microsoft.com/office/officeart/2005/8/layout/vProcess5"/>
    <dgm:cxn modelId="{8395E3C8-EB4D-43E4-8DFE-3037A55ED040}" type="presOf" srcId="{92538352-8E0C-4F6B-91C6-737DFBC49032}" destId="{306D14C9-7A53-4CE7-B348-2C96C7179F18}" srcOrd="0" destOrd="0" presId="urn:microsoft.com/office/officeart/2005/8/layout/vProcess5"/>
    <dgm:cxn modelId="{164937D3-2188-4F85-A978-3B455DF0206A}" type="presOf" srcId="{4D293A89-4D12-4C46-B986-5AC55A98F5D1}" destId="{28E27736-99C2-48B8-97E8-113E06DA022E}" srcOrd="1" destOrd="0" presId="urn:microsoft.com/office/officeart/2005/8/layout/vProcess5"/>
    <dgm:cxn modelId="{C896D8E0-FBCD-42A9-BAF7-6D33A90694BC}" srcId="{BDAECC3D-4D39-4D4C-AD05-2529CE9EEB45}" destId="{92538352-8E0C-4F6B-91C6-737DFBC49032}" srcOrd="1" destOrd="0" parTransId="{775B9E5F-ED18-4765-A8D6-06D27BB95AE0}" sibTransId="{F19236E5-9FFE-485C-9C97-9D287E032F97}"/>
    <dgm:cxn modelId="{DB861BEC-C820-4300-B728-A62F5E44ABD9}" type="presOf" srcId="{68B51742-73F7-4F5F-BA8A-1583C38068AE}" destId="{64A24A07-F5CF-4309-8C68-DC9C23AC3371}" srcOrd="1" destOrd="0" presId="urn:microsoft.com/office/officeart/2005/8/layout/vProcess5"/>
    <dgm:cxn modelId="{8EF93A97-7501-45DE-B26B-F50CB7B935BE}" type="presParOf" srcId="{673B3F7C-BA29-4006-9D14-AE0504BE8A90}" destId="{C6B24062-5873-4D47-9CB3-CAD34C583E14}" srcOrd="0" destOrd="0" presId="urn:microsoft.com/office/officeart/2005/8/layout/vProcess5"/>
    <dgm:cxn modelId="{00A61FD6-2C8A-4A31-8AD5-2724783B9E58}" type="presParOf" srcId="{673B3F7C-BA29-4006-9D14-AE0504BE8A90}" destId="{2D8EF349-6E8B-43DE-835E-43BC6F08FDD1}" srcOrd="1" destOrd="0" presId="urn:microsoft.com/office/officeart/2005/8/layout/vProcess5"/>
    <dgm:cxn modelId="{DDAE3A67-1FBA-48C9-BABA-D72A60EE1D7D}" type="presParOf" srcId="{673B3F7C-BA29-4006-9D14-AE0504BE8A90}" destId="{306D14C9-7A53-4CE7-B348-2C96C7179F18}" srcOrd="2" destOrd="0" presId="urn:microsoft.com/office/officeart/2005/8/layout/vProcess5"/>
    <dgm:cxn modelId="{D4DD9A39-A214-44AB-B844-CF86E85D4211}" type="presParOf" srcId="{673B3F7C-BA29-4006-9D14-AE0504BE8A90}" destId="{E7B723A8-8AE8-4D4F-B516-EA7CEA6502B6}" srcOrd="3" destOrd="0" presId="urn:microsoft.com/office/officeart/2005/8/layout/vProcess5"/>
    <dgm:cxn modelId="{42526837-846D-47DA-85DE-1F7743809664}" type="presParOf" srcId="{673B3F7C-BA29-4006-9D14-AE0504BE8A90}" destId="{46B5756A-DFC9-49EE-B5B0-3E007BEE2895}" srcOrd="4" destOrd="0" presId="urn:microsoft.com/office/officeart/2005/8/layout/vProcess5"/>
    <dgm:cxn modelId="{B5EF24F6-30C5-4B62-902C-C00F38DAC7DC}" type="presParOf" srcId="{673B3F7C-BA29-4006-9D14-AE0504BE8A90}" destId="{E262F5A6-04BF-4A77-9BC1-3150FA9E3769}" srcOrd="5" destOrd="0" presId="urn:microsoft.com/office/officeart/2005/8/layout/vProcess5"/>
    <dgm:cxn modelId="{E7E8A2B9-2878-4F1A-8C4F-FEDA7BA2BA39}" type="presParOf" srcId="{673B3F7C-BA29-4006-9D14-AE0504BE8A90}" destId="{83796028-D56B-4376-9E83-A53443CD716C}" srcOrd="6" destOrd="0" presId="urn:microsoft.com/office/officeart/2005/8/layout/vProcess5"/>
    <dgm:cxn modelId="{791C7FA8-C489-4806-A29E-FC9DC5A1AB40}" type="presParOf" srcId="{673B3F7C-BA29-4006-9D14-AE0504BE8A90}" destId="{EAD8662D-BA56-4122-8A8D-FE70AE283619}" srcOrd="7" destOrd="0" presId="urn:microsoft.com/office/officeart/2005/8/layout/vProcess5"/>
    <dgm:cxn modelId="{D94A14A8-FA3D-4993-AB0E-3CE1AA8019A9}" type="presParOf" srcId="{673B3F7C-BA29-4006-9D14-AE0504BE8A90}" destId="{28E27736-99C2-48B8-97E8-113E06DA022E}" srcOrd="8" destOrd="0" presId="urn:microsoft.com/office/officeart/2005/8/layout/vProcess5"/>
    <dgm:cxn modelId="{2C8699BC-A748-47E0-A986-B027B7B3F9F3}" type="presParOf" srcId="{673B3F7C-BA29-4006-9D14-AE0504BE8A90}" destId="{4EC3E9A5-DB30-4550-BD39-F4D2AC47B844}" srcOrd="9" destOrd="0" presId="urn:microsoft.com/office/officeart/2005/8/layout/vProcess5"/>
    <dgm:cxn modelId="{09C9D67D-E060-4FA5-9417-CA2F9C9FC5F4}" type="presParOf" srcId="{673B3F7C-BA29-4006-9D14-AE0504BE8A90}" destId="{64A24A07-F5CF-4309-8C68-DC9C23AC3371}" srcOrd="10" destOrd="0" presId="urn:microsoft.com/office/officeart/2005/8/layout/vProcess5"/>
    <dgm:cxn modelId="{D6070DBE-CE5F-451D-8D81-49F214314B9D}" type="presParOf" srcId="{673B3F7C-BA29-4006-9D14-AE0504BE8A90}" destId="{184EB788-CFA4-45D3-8A6A-3EC4B792F0B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663149-AEC0-4A22-9BED-97917E06A26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4E23D58-6B4A-4B22-A726-DC705B4FA0D9}">
      <dgm:prSet/>
      <dgm:spPr/>
      <dgm:t>
        <a:bodyPr/>
        <a:lstStyle/>
        <a:p>
          <a:r>
            <a:rPr lang="en-US"/>
            <a:t>Gestion des nombres flottants.</a:t>
          </a:r>
        </a:p>
      </dgm:t>
    </dgm:pt>
    <dgm:pt modelId="{8B43AE51-6903-44D7-AEB4-7F927F371243}" type="parTrans" cxnId="{5101F15C-FF35-42A3-B469-FC24691B79F3}">
      <dgm:prSet/>
      <dgm:spPr/>
      <dgm:t>
        <a:bodyPr/>
        <a:lstStyle/>
        <a:p>
          <a:endParaRPr lang="en-US"/>
        </a:p>
      </dgm:t>
    </dgm:pt>
    <dgm:pt modelId="{C83DF1BE-0DDE-44AB-AEA6-D4320ADF42B9}" type="sibTrans" cxnId="{5101F15C-FF35-42A3-B469-FC24691B79F3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12FCEC24-EBE5-4093-913B-ED0D153762FF}">
      <dgm:prSet/>
      <dgm:spPr/>
      <dgm:t>
        <a:bodyPr/>
        <a:lstStyle/>
        <a:p>
          <a:r>
            <a:rPr lang="en-US"/>
            <a:t>Compréhension des vecteurs en 3D.</a:t>
          </a:r>
        </a:p>
      </dgm:t>
    </dgm:pt>
    <dgm:pt modelId="{165E1F93-AE2C-493D-B916-2A0BFFDB58AE}" type="parTrans" cxnId="{9080C119-0E0C-4BBF-BA56-149C74498522}">
      <dgm:prSet/>
      <dgm:spPr/>
      <dgm:t>
        <a:bodyPr/>
        <a:lstStyle/>
        <a:p>
          <a:endParaRPr lang="en-US"/>
        </a:p>
      </dgm:t>
    </dgm:pt>
    <dgm:pt modelId="{03B28C9A-1BA6-4794-A973-C7F7CF9884C6}" type="sibTrans" cxnId="{9080C119-0E0C-4BBF-BA56-149C74498522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F3C284D9-B2CA-466A-AC99-C5144011500B}">
      <dgm:prSet/>
      <dgm:spPr/>
      <dgm:t>
        <a:bodyPr/>
        <a:lstStyle/>
        <a:p>
          <a:r>
            <a:rPr lang="en-US"/>
            <a:t>Respect strict du format d’affichage.</a:t>
          </a:r>
        </a:p>
      </dgm:t>
    </dgm:pt>
    <dgm:pt modelId="{4253B87A-7912-4610-8D9C-655FDC48A6CD}" type="parTrans" cxnId="{5EA37378-3003-47B2-959F-88D4AED92DC8}">
      <dgm:prSet/>
      <dgm:spPr/>
      <dgm:t>
        <a:bodyPr/>
        <a:lstStyle/>
        <a:p>
          <a:endParaRPr lang="en-US"/>
        </a:p>
      </dgm:t>
    </dgm:pt>
    <dgm:pt modelId="{8658D52A-16FD-489C-92EC-ED0E1E05E4E1}" type="sibTrans" cxnId="{5EA37378-3003-47B2-959F-88D4AED92DC8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415C0930-AB56-4675-AE59-7C43EB66C5CD}">
      <dgm:prSet/>
      <dgm:spPr/>
      <dgm:t>
        <a:bodyPr/>
        <a:lstStyle/>
        <a:p>
          <a:r>
            <a:rPr lang="en-US"/>
            <a:t>Manipulation des angles et projections.</a:t>
          </a:r>
        </a:p>
      </dgm:t>
    </dgm:pt>
    <dgm:pt modelId="{E2922EC8-6101-4444-9D1A-CA708040FC32}" type="parTrans" cxnId="{34D3AB4B-ED9C-407D-AC70-028B1CF9A9C0}">
      <dgm:prSet/>
      <dgm:spPr/>
      <dgm:t>
        <a:bodyPr/>
        <a:lstStyle/>
        <a:p>
          <a:endParaRPr lang="en-US"/>
        </a:p>
      </dgm:t>
    </dgm:pt>
    <dgm:pt modelId="{4902B7D3-6900-4A98-B04F-7DB33ED4B5B6}" type="sibTrans" cxnId="{34D3AB4B-ED9C-407D-AC70-028B1CF9A9C0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2FD4DF38-58E0-4C95-B18D-335A004C35C3}" type="pres">
      <dgm:prSet presAssocID="{68663149-AEC0-4A22-9BED-97917E06A265}" presName="Name0" presStyleCnt="0">
        <dgm:presLayoutVars>
          <dgm:animLvl val="lvl"/>
          <dgm:resizeHandles val="exact"/>
        </dgm:presLayoutVars>
      </dgm:prSet>
      <dgm:spPr/>
    </dgm:pt>
    <dgm:pt modelId="{75E4A13A-1FBA-44A3-8C2A-81DF0E70AA4F}" type="pres">
      <dgm:prSet presAssocID="{34E23D58-6B4A-4B22-A726-DC705B4FA0D9}" presName="compositeNode" presStyleCnt="0">
        <dgm:presLayoutVars>
          <dgm:bulletEnabled val="1"/>
        </dgm:presLayoutVars>
      </dgm:prSet>
      <dgm:spPr/>
    </dgm:pt>
    <dgm:pt modelId="{64F8C7CB-92B6-4418-B901-835A0CD9AB9A}" type="pres">
      <dgm:prSet presAssocID="{34E23D58-6B4A-4B22-A726-DC705B4FA0D9}" presName="bgRect" presStyleLbl="bgAccFollowNode1" presStyleIdx="0" presStyleCnt="4"/>
      <dgm:spPr/>
    </dgm:pt>
    <dgm:pt modelId="{3D4D5711-8497-4076-B7DA-484EF95315D4}" type="pres">
      <dgm:prSet presAssocID="{C83DF1BE-0DDE-44AB-AEA6-D4320ADF42B9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27A20940-60E2-47EB-A1C0-88E65197E23F}" type="pres">
      <dgm:prSet presAssocID="{34E23D58-6B4A-4B22-A726-DC705B4FA0D9}" presName="bottomLine" presStyleLbl="alignNode1" presStyleIdx="1" presStyleCnt="8">
        <dgm:presLayoutVars/>
      </dgm:prSet>
      <dgm:spPr/>
    </dgm:pt>
    <dgm:pt modelId="{CA9EA0F7-2B13-4E01-B4D8-51E4D57E2F6B}" type="pres">
      <dgm:prSet presAssocID="{34E23D58-6B4A-4B22-A726-DC705B4FA0D9}" presName="nodeText" presStyleLbl="bgAccFollowNode1" presStyleIdx="0" presStyleCnt="4">
        <dgm:presLayoutVars>
          <dgm:bulletEnabled val="1"/>
        </dgm:presLayoutVars>
      </dgm:prSet>
      <dgm:spPr/>
    </dgm:pt>
    <dgm:pt modelId="{2211DF8E-FFC2-4048-AAF1-F1B4B3757973}" type="pres">
      <dgm:prSet presAssocID="{C83DF1BE-0DDE-44AB-AEA6-D4320ADF42B9}" presName="sibTrans" presStyleCnt="0"/>
      <dgm:spPr/>
    </dgm:pt>
    <dgm:pt modelId="{941F939F-1FAF-4329-BB55-E1B75246ED96}" type="pres">
      <dgm:prSet presAssocID="{12FCEC24-EBE5-4093-913B-ED0D153762FF}" presName="compositeNode" presStyleCnt="0">
        <dgm:presLayoutVars>
          <dgm:bulletEnabled val="1"/>
        </dgm:presLayoutVars>
      </dgm:prSet>
      <dgm:spPr/>
    </dgm:pt>
    <dgm:pt modelId="{B5B168F6-DC03-42D2-B4EC-A88B85EB62C2}" type="pres">
      <dgm:prSet presAssocID="{12FCEC24-EBE5-4093-913B-ED0D153762FF}" presName="bgRect" presStyleLbl="bgAccFollowNode1" presStyleIdx="1" presStyleCnt="4"/>
      <dgm:spPr/>
    </dgm:pt>
    <dgm:pt modelId="{45CD8BCB-FA05-4F91-A44F-371BD7C2496C}" type="pres">
      <dgm:prSet presAssocID="{03B28C9A-1BA6-4794-A973-C7F7CF9884C6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943AEE42-8133-4C48-9E58-5D55AA84DE50}" type="pres">
      <dgm:prSet presAssocID="{12FCEC24-EBE5-4093-913B-ED0D153762FF}" presName="bottomLine" presStyleLbl="alignNode1" presStyleIdx="3" presStyleCnt="8">
        <dgm:presLayoutVars/>
      </dgm:prSet>
      <dgm:spPr/>
    </dgm:pt>
    <dgm:pt modelId="{49D70D08-B1A7-49DF-BE8B-87ECD5AEB535}" type="pres">
      <dgm:prSet presAssocID="{12FCEC24-EBE5-4093-913B-ED0D153762FF}" presName="nodeText" presStyleLbl="bgAccFollowNode1" presStyleIdx="1" presStyleCnt="4">
        <dgm:presLayoutVars>
          <dgm:bulletEnabled val="1"/>
        </dgm:presLayoutVars>
      </dgm:prSet>
      <dgm:spPr/>
    </dgm:pt>
    <dgm:pt modelId="{CAE5E903-FA56-4E6A-8DEC-AAF764228E88}" type="pres">
      <dgm:prSet presAssocID="{03B28C9A-1BA6-4794-A973-C7F7CF9884C6}" presName="sibTrans" presStyleCnt="0"/>
      <dgm:spPr/>
    </dgm:pt>
    <dgm:pt modelId="{D12F0439-A5B2-4332-A11E-58F44FC94E53}" type="pres">
      <dgm:prSet presAssocID="{F3C284D9-B2CA-466A-AC99-C5144011500B}" presName="compositeNode" presStyleCnt="0">
        <dgm:presLayoutVars>
          <dgm:bulletEnabled val="1"/>
        </dgm:presLayoutVars>
      </dgm:prSet>
      <dgm:spPr/>
    </dgm:pt>
    <dgm:pt modelId="{8AC469DC-A91B-433F-9BB0-93D4205C35D8}" type="pres">
      <dgm:prSet presAssocID="{F3C284D9-B2CA-466A-AC99-C5144011500B}" presName="bgRect" presStyleLbl="bgAccFollowNode1" presStyleIdx="2" presStyleCnt="4"/>
      <dgm:spPr/>
    </dgm:pt>
    <dgm:pt modelId="{9BC9E403-E2EE-4367-B11D-70F29FADA2DA}" type="pres">
      <dgm:prSet presAssocID="{8658D52A-16FD-489C-92EC-ED0E1E05E4E1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050BB0DF-ED83-4243-92F9-CE97362061A2}" type="pres">
      <dgm:prSet presAssocID="{F3C284D9-B2CA-466A-AC99-C5144011500B}" presName="bottomLine" presStyleLbl="alignNode1" presStyleIdx="5" presStyleCnt="8">
        <dgm:presLayoutVars/>
      </dgm:prSet>
      <dgm:spPr/>
    </dgm:pt>
    <dgm:pt modelId="{9C508053-9F58-4D06-B975-425BD5138047}" type="pres">
      <dgm:prSet presAssocID="{F3C284D9-B2CA-466A-AC99-C5144011500B}" presName="nodeText" presStyleLbl="bgAccFollowNode1" presStyleIdx="2" presStyleCnt="4">
        <dgm:presLayoutVars>
          <dgm:bulletEnabled val="1"/>
        </dgm:presLayoutVars>
      </dgm:prSet>
      <dgm:spPr/>
    </dgm:pt>
    <dgm:pt modelId="{EC41053E-6B2A-43C7-B235-E6C00FB30A2B}" type="pres">
      <dgm:prSet presAssocID="{8658D52A-16FD-489C-92EC-ED0E1E05E4E1}" presName="sibTrans" presStyleCnt="0"/>
      <dgm:spPr/>
    </dgm:pt>
    <dgm:pt modelId="{FCFAFF44-D952-4403-BAB8-A6C126F6931C}" type="pres">
      <dgm:prSet presAssocID="{415C0930-AB56-4675-AE59-7C43EB66C5CD}" presName="compositeNode" presStyleCnt="0">
        <dgm:presLayoutVars>
          <dgm:bulletEnabled val="1"/>
        </dgm:presLayoutVars>
      </dgm:prSet>
      <dgm:spPr/>
    </dgm:pt>
    <dgm:pt modelId="{ECEA05D5-9E7B-43A4-B519-A11BDE2C2E0A}" type="pres">
      <dgm:prSet presAssocID="{415C0930-AB56-4675-AE59-7C43EB66C5CD}" presName="bgRect" presStyleLbl="bgAccFollowNode1" presStyleIdx="3" presStyleCnt="4"/>
      <dgm:spPr/>
    </dgm:pt>
    <dgm:pt modelId="{D10FFDAD-4888-4978-934F-93E2A42EC198}" type="pres">
      <dgm:prSet presAssocID="{4902B7D3-6900-4A98-B04F-7DB33ED4B5B6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1308A8E5-DF70-48E5-BB45-53BA0671BAC2}" type="pres">
      <dgm:prSet presAssocID="{415C0930-AB56-4675-AE59-7C43EB66C5CD}" presName="bottomLine" presStyleLbl="alignNode1" presStyleIdx="7" presStyleCnt="8">
        <dgm:presLayoutVars/>
      </dgm:prSet>
      <dgm:spPr/>
    </dgm:pt>
    <dgm:pt modelId="{DA029725-6535-4A6C-9475-5EC848567186}" type="pres">
      <dgm:prSet presAssocID="{415C0930-AB56-4675-AE59-7C43EB66C5CD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9080C119-0E0C-4BBF-BA56-149C74498522}" srcId="{68663149-AEC0-4A22-9BED-97917E06A265}" destId="{12FCEC24-EBE5-4093-913B-ED0D153762FF}" srcOrd="1" destOrd="0" parTransId="{165E1F93-AE2C-493D-B916-2A0BFFDB58AE}" sibTransId="{03B28C9A-1BA6-4794-A973-C7F7CF9884C6}"/>
    <dgm:cxn modelId="{DEF3383C-F55D-4EFF-AD64-8496D9C416B3}" type="presOf" srcId="{03B28C9A-1BA6-4794-A973-C7F7CF9884C6}" destId="{45CD8BCB-FA05-4F91-A44F-371BD7C2496C}" srcOrd="0" destOrd="0" presId="urn:microsoft.com/office/officeart/2016/7/layout/BasicLinearProcessNumbered"/>
    <dgm:cxn modelId="{C4010D3E-5C6F-4A90-9B7A-4BDC214CD285}" type="presOf" srcId="{4902B7D3-6900-4A98-B04F-7DB33ED4B5B6}" destId="{D10FFDAD-4888-4978-934F-93E2A42EC198}" srcOrd="0" destOrd="0" presId="urn:microsoft.com/office/officeart/2016/7/layout/BasicLinearProcessNumbered"/>
    <dgm:cxn modelId="{5101F15C-FF35-42A3-B469-FC24691B79F3}" srcId="{68663149-AEC0-4A22-9BED-97917E06A265}" destId="{34E23D58-6B4A-4B22-A726-DC705B4FA0D9}" srcOrd="0" destOrd="0" parTransId="{8B43AE51-6903-44D7-AEB4-7F927F371243}" sibTransId="{C83DF1BE-0DDE-44AB-AEA6-D4320ADF42B9}"/>
    <dgm:cxn modelId="{7076A542-7486-47F8-B855-8B4DD24BC56F}" type="presOf" srcId="{415C0930-AB56-4675-AE59-7C43EB66C5CD}" destId="{ECEA05D5-9E7B-43A4-B519-A11BDE2C2E0A}" srcOrd="0" destOrd="0" presId="urn:microsoft.com/office/officeart/2016/7/layout/BasicLinearProcessNumbered"/>
    <dgm:cxn modelId="{34D3AB4B-ED9C-407D-AC70-028B1CF9A9C0}" srcId="{68663149-AEC0-4A22-9BED-97917E06A265}" destId="{415C0930-AB56-4675-AE59-7C43EB66C5CD}" srcOrd="3" destOrd="0" parTransId="{E2922EC8-6101-4444-9D1A-CA708040FC32}" sibTransId="{4902B7D3-6900-4A98-B04F-7DB33ED4B5B6}"/>
    <dgm:cxn modelId="{11710D6C-A17F-46AB-952F-AE496E634928}" type="presOf" srcId="{12FCEC24-EBE5-4093-913B-ED0D153762FF}" destId="{49D70D08-B1A7-49DF-BE8B-87ECD5AEB535}" srcOrd="1" destOrd="0" presId="urn:microsoft.com/office/officeart/2016/7/layout/BasicLinearProcessNumbered"/>
    <dgm:cxn modelId="{393C7951-5B4F-4717-898E-859762331103}" type="presOf" srcId="{34E23D58-6B4A-4B22-A726-DC705B4FA0D9}" destId="{64F8C7CB-92B6-4418-B901-835A0CD9AB9A}" srcOrd="0" destOrd="0" presId="urn:microsoft.com/office/officeart/2016/7/layout/BasicLinearProcessNumbered"/>
    <dgm:cxn modelId="{5EA37378-3003-47B2-959F-88D4AED92DC8}" srcId="{68663149-AEC0-4A22-9BED-97917E06A265}" destId="{F3C284D9-B2CA-466A-AC99-C5144011500B}" srcOrd="2" destOrd="0" parTransId="{4253B87A-7912-4610-8D9C-655FDC48A6CD}" sibTransId="{8658D52A-16FD-489C-92EC-ED0E1E05E4E1}"/>
    <dgm:cxn modelId="{8C59CA9A-CACA-48D4-A4AD-910DC88B97C9}" type="presOf" srcId="{F3C284D9-B2CA-466A-AC99-C5144011500B}" destId="{8AC469DC-A91B-433F-9BB0-93D4205C35D8}" srcOrd="0" destOrd="0" presId="urn:microsoft.com/office/officeart/2016/7/layout/BasicLinearProcessNumbered"/>
    <dgm:cxn modelId="{2483DFA1-9FDF-42D5-93D3-FAEECA5BA743}" type="presOf" srcId="{C83DF1BE-0DDE-44AB-AEA6-D4320ADF42B9}" destId="{3D4D5711-8497-4076-B7DA-484EF95315D4}" srcOrd="0" destOrd="0" presId="urn:microsoft.com/office/officeart/2016/7/layout/BasicLinearProcessNumbered"/>
    <dgm:cxn modelId="{AA0CE2B0-B207-4CDE-89E6-8624EFD13F31}" type="presOf" srcId="{F3C284D9-B2CA-466A-AC99-C5144011500B}" destId="{9C508053-9F58-4D06-B975-425BD5138047}" srcOrd="1" destOrd="0" presId="urn:microsoft.com/office/officeart/2016/7/layout/BasicLinearProcessNumbered"/>
    <dgm:cxn modelId="{F17617D4-3DF6-4B29-8F83-CD8D5E6F4360}" type="presOf" srcId="{34E23D58-6B4A-4B22-A726-DC705B4FA0D9}" destId="{CA9EA0F7-2B13-4E01-B4D8-51E4D57E2F6B}" srcOrd="1" destOrd="0" presId="urn:microsoft.com/office/officeart/2016/7/layout/BasicLinearProcessNumbered"/>
    <dgm:cxn modelId="{4F7B1EDD-1782-4D0D-9DF5-F5C989696CDD}" type="presOf" srcId="{12FCEC24-EBE5-4093-913B-ED0D153762FF}" destId="{B5B168F6-DC03-42D2-B4EC-A88B85EB62C2}" srcOrd="0" destOrd="0" presId="urn:microsoft.com/office/officeart/2016/7/layout/BasicLinearProcessNumbered"/>
    <dgm:cxn modelId="{6733B8E7-C3FF-41CA-BFD0-952DF9E10382}" type="presOf" srcId="{68663149-AEC0-4A22-9BED-97917E06A265}" destId="{2FD4DF38-58E0-4C95-B18D-335A004C35C3}" srcOrd="0" destOrd="0" presId="urn:microsoft.com/office/officeart/2016/7/layout/BasicLinearProcessNumbered"/>
    <dgm:cxn modelId="{7D702DE8-FA00-4170-9912-D86D2F2AC398}" type="presOf" srcId="{8658D52A-16FD-489C-92EC-ED0E1E05E4E1}" destId="{9BC9E403-E2EE-4367-B11D-70F29FADA2DA}" srcOrd="0" destOrd="0" presId="urn:microsoft.com/office/officeart/2016/7/layout/BasicLinearProcessNumbered"/>
    <dgm:cxn modelId="{51055EF2-FA53-4FB6-A77C-5F54B6A57E31}" type="presOf" srcId="{415C0930-AB56-4675-AE59-7C43EB66C5CD}" destId="{DA029725-6535-4A6C-9475-5EC848567186}" srcOrd="1" destOrd="0" presId="urn:microsoft.com/office/officeart/2016/7/layout/BasicLinearProcessNumbered"/>
    <dgm:cxn modelId="{A232185B-9E8A-45E6-BC9E-0AEE15C33DE4}" type="presParOf" srcId="{2FD4DF38-58E0-4C95-B18D-335A004C35C3}" destId="{75E4A13A-1FBA-44A3-8C2A-81DF0E70AA4F}" srcOrd="0" destOrd="0" presId="urn:microsoft.com/office/officeart/2016/7/layout/BasicLinearProcessNumbered"/>
    <dgm:cxn modelId="{4D930097-B4E0-4975-B624-0F55FDB102E6}" type="presParOf" srcId="{75E4A13A-1FBA-44A3-8C2A-81DF0E70AA4F}" destId="{64F8C7CB-92B6-4418-B901-835A0CD9AB9A}" srcOrd="0" destOrd="0" presId="urn:microsoft.com/office/officeart/2016/7/layout/BasicLinearProcessNumbered"/>
    <dgm:cxn modelId="{BB7B46ED-28D6-4DA2-8FC3-B71A0B79977E}" type="presParOf" srcId="{75E4A13A-1FBA-44A3-8C2A-81DF0E70AA4F}" destId="{3D4D5711-8497-4076-B7DA-484EF95315D4}" srcOrd="1" destOrd="0" presId="urn:microsoft.com/office/officeart/2016/7/layout/BasicLinearProcessNumbered"/>
    <dgm:cxn modelId="{E2FB4D08-74C6-4122-8367-DB8A5E97C5A1}" type="presParOf" srcId="{75E4A13A-1FBA-44A3-8C2A-81DF0E70AA4F}" destId="{27A20940-60E2-47EB-A1C0-88E65197E23F}" srcOrd="2" destOrd="0" presId="urn:microsoft.com/office/officeart/2016/7/layout/BasicLinearProcessNumbered"/>
    <dgm:cxn modelId="{DA232125-E33B-4E8B-97C7-8552CEAA9B35}" type="presParOf" srcId="{75E4A13A-1FBA-44A3-8C2A-81DF0E70AA4F}" destId="{CA9EA0F7-2B13-4E01-B4D8-51E4D57E2F6B}" srcOrd="3" destOrd="0" presId="urn:microsoft.com/office/officeart/2016/7/layout/BasicLinearProcessNumbered"/>
    <dgm:cxn modelId="{FCF33CF2-796B-4308-B744-B4B743406081}" type="presParOf" srcId="{2FD4DF38-58E0-4C95-B18D-335A004C35C3}" destId="{2211DF8E-FFC2-4048-AAF1-F1B4B3757973}" srcOrd="1" destOrd="0" presId="urn:microsoft.com/office/officeart/2016/7/layout/BasicLinearProcessNumbered"/>
    <dgm:cxn modelId="{75D22D9F-92D4-4E38-9A9D-25D453122985}" type="presParOf" srcId="{2FD4DF38-58E0-4C95-B18D-335A004C35C3}" destId="{941F939F-1FAF-4329-BB55-E1B75246ED96}" srcOrd="2" destOrd="0" presId="urn:microsoft.com/office/officeart/2016/7/layout/BasicLinearProcessNumbered"/>
    <dgm:cxn modelId="{7194B17C-B3F5-4A83-A12B-8C70B6132922}" type="presParOf" srcId="{941F939F-1FAF-4329-BB55-E1B75246ED96}" destId="{B5B168F6-DC03-42D2-B4EC-A88B85EB62C2}" srcOrd="0" destOrd="0" presId="urn:microsoft.com/office/officeart/2016/7/layout/BasicLinearProcessNumbered"/>
    <dgm:cxn modelId="{E2051ED0-27C1-49A5-9EB2-C9CD91C64CF4}" type="presParOf" srcId="{941F939F-1FAF-4329-BB55-E1B75246ED96}" destId="{45CD8BCB-FA05-4F91-A44F-371BD7C2496C}" srcOrd="1" destOrd="0" presId="urn:microsoft.com/office/officeart/2016/7/layout/BasicLinearProcessNumbered"/>
    <dgm:cxn modelId="{8FDE361F-6AF7-4CE0-A879-A245838553E0}" type="presParOf" srcId="{941F939F-1FAF-4329-BB55-E1B75246ED96}" destId="{943AEE42-8133-4C48-9E58-5D55AA84DE50}" srcOrd="2" destOrd="0" presId="urn:microsoft.com/office/officeart/2016/7/layout/BasicLinearProcessNumbered"/>
    <dgm:cxn modelId="{08E3A0AD-E978-45E3-8C19-5B0C34D97671}" type="presParOf" srcId="{941F939F-1FAF-4329-BB55-E1B75246ED96}" destId="{49D70D08-B1A7-49DF-BE8B-87ECD5AEB535}" srcOrd="3" destOrd="0" presId="urn:microsoft.com/office/officeart/2016/7/layout/BasicLinearProcessNumbered"/>
    <dgm:cxn modelId="{6C767A9C-986A-46F6-9BA2-C22D003C5BF8}" type="presParOf" srcId="{2FD4DF38-58E0-4C95-B18D-335A004C35C3}" destId="{CAE5E903-FA56-4E6A-8DEC-AAF764228E88}" srcOrd="3" destOrd="0" presId="urn:microsoft.com/office/officeart/2016/7/layout/BasicLinearProcessNumbered"/>
    <dgm:cxn modelId="{504FB3A1-235E-43B1-8BD8-3C888C7E2485}" type="presParOf" srcId="{2FD4DF38-58E0-4C95-B18D-335A004C35C3}" destId="{D12F0439-A5B2-4332-A11E-58F44FC94E53}" srcOrd="4" destOrd="0" presId="urn:microsoft.com/office/officeart/2016/7/layout/BasicLinearProcessNumbered"/>
    <dgm:cxn modelId="{9F369DE5-A6B7-45F3-BDE2-152BA8CB77BE}" type="presParOf" srcId="{D12F0439-A5B2-4332-A11E-58F44FC94E53}" destId="{8AC469DC-A91B-433F-9BB0-93D4205C35D8}" srcOrd="0" destOrd="0" presId="urn:microsoft.com/office/officeart/2016/7/layout/BasicLinearProcessNumbered"/>
    <dgm:cxn modelId="{F5811AB1-5F8D-4731-A5BC-12E0E721212F}" type="presParOf" srcId="{D12F0439-A5B2-4332-A11E-58F44FC94E53}" destId="{9BC9E403-E2EE-4367-B11D-70F29FADA2DA}" srcOrd="1" destOrd="0" presId="urn:microsoft.com/office/officeart/2016/7/layout/BasicLinearProcessNumbered"/>
    <dgm:cxn modelId="{3BB5C348-F1B6-4DE7-A0F3-9AF5E0C0C8D2}" type="presParOf" srcId="{D12F0439-A5B2-4332-A11E-58F44FC94E53}" destId="{050BB0DF-ED83-4243-92F9-CE97362061A2}" srcOrd="2" destOrd="0" presId="urn:microsoft.com/office/officeart/2016/7/layout/BasicLinearProcessNumbered"/>
    <dgm:cxn modelId="{9E24F5FD-A2F4-4914-A795-AB623B2F6D21}" type="presParOf" srcId="{D12F0439-A5B2-4332-A11E-58F44FC94E53}" destId="{9C508053-9F58-4D06-B975-425BD5138047}" srcOrd="3" destOrd="0" presId="urn:microsoft.com/office/officeart/2016/7/layout/BasicLinearProcessNumbered"/>
    <dgm:cxn modelId="{AFC5EFE1-1CD1-49BE-8FCA-5604623D3945}" type="presParOf" srcId="{2FD4DF38-58E0-4C95-B18D-335A004C35C3}" destId="{EC41053E-6B2A-43C7-B235-E6C00FB30A2B}" srcOrd="5" destOrd="0" presId="urn:microsoft.com/office/officeart/2016/7/layout/BasicLinearProcessNumbered"/>
    <dgm:cxn modelId="{42FC028F-602F-4884-AC02-7726CFC7BF25}" type="presParOf" srcId="{2FD4DF38-58E0-4C95-B18D-335A004C35C3}" destId="{FCFAFF44-D952-4403-BAB8-A6C126F6931C}" srcOrd="6" destOrd="0" presId="urn:microsoft.com/office/officeart/2016/7/layout/BasicLinearProcessNumbered"/>
    <dgm:cxn modelId="{9D2B9AFA-D8A1-4F77-9B39-02006CAADB0D}" type="presParOf" srcId="{FCFAFF44-D952-4403-BAB8-A6C126F6931C}" destId="{ECEA05D5-9E7B-43A4-B519-A11BDE2C2E0A}" srcOrd="0" destOrd="0" presId="urn:microsoft.com/office/officeart/2016/7/layout/BasicLinearProcessNumbered"/>
    <dgm:cxn modelId="{0D8FD3EF-02BC-4BEA-A71A-A5AC0790448E}" type="presParOf" srcId="{FCFAFF44-D952-4403-BAB8-A6C126F6931C}" destId="{D10FFDAD-4888-4978-934F-93E2A42EC198}" srcOrd="1" destOrd="0" presId="urn:microsoft.com/office/officeart/2016/7/layout/BasicLinearProcessNumbered"/>
    <dgm:cxn modelId="{5438CE39-D817-4A59-AA71-AF99754AFDEB}" type="presParOf" srcId="{FCFAFF44-D952-4403-BAB8-A6C126F6931C}" destId="{1308A8E5-DF70-48E5-BB45-53BA0671BAC2}" srcOrd="2" destOrd="0" presId="urn:microsoft.com/office/officeart/2016/7/layout/BasicLinearProcessNumbered"/>
    <dgm:cxn modelId="{2A4B7539-7099-447D-AD9A-6072C3FE632C}" type="presParOf" srcId="{FCFAFF44-D952-4403-BAB8-A6C126F6931C}" destId="{DA029725-6535-4A6C-9475-5EC84856718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EF349-6E8B-43DE-835E-43BC6F08FDD1}">
      <dsp:nvSpPr>
        <dsp:cNvPr id="0" name=""/>
        <dsp:cNvSpPr/>
      </dsp:nvSpPr>
      <dsp:spPr>
        <a:xfrm>
          <a:off x="0" y="0"/>
          <a:ext cx="3862537" cy="12434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Presentation du </a:t>
          </a:r>
          <a:r>
            <a:rPr lang="en-US" sz="3100" kern="1200" dirty="0" err="1"/>
            <a:t>Projet</a:t>
          </a:r>
          <a:endParaRPr lang="en-US" sz="3100" kern="1200" dirty="0"/>
        </a:p>
      </dsp:txBody>
      <dsp:txXfrm>
        <a:off x="36419" y="36419"/>
        <a:ext cx="2415709" cy="1170592"/>
      </dsp:txXfrm>
    </dsp:sp>
    <dsp:sp modelId="{306D14C9-7A53-4CE7-B348-2C96C7179F18}">
      <dsp:nvSpPr>
        <dsp:cNvPr id="0" name=""/>
        <dsp:cNvSpPr/>
      </dsp:nvSpPr>
      <dsp:spPr>
        <a:xfrm>
          <a:off x="323487" y="1469508"/>
          <a:ext cx="3862537" cy="1243430"/>
        </a:xfrm>
        <a:prstGeom prst="roundRect">
          <a:avLst>
            <a:gd name="adj" fmla="val 1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Réalisation</a:t>
          </a:r>
          <a:endParaRPr lang="en-US" sz="3100" kern="1200" dirty="0"/>
        </a:p>
      </dsp:txBody>
      <dsp:txXfrm>
        <a:off x="359906" y="1505927"/>
        <a:ext cx="2657982" cy="1170592"/>
      </dsp:txXfrm>
    </dsp:sp>
    <dsp:sp modelId="{E7B723A8-8AE8-4D4F-B516-EA7CEA6502B6}">
      <dsp:nvSpPr>
        <dsp:cNvPr id="0" name=""/>
        <dsp:cNvSpPr/>
      </dsp:nvSpPr>
      <dsp:spPr>
        <a:xfrm>
          <a:off x="642146" y="2939016"/>
          <a:ext cx="3862537" cy="1243430"/>
        </a:xfrm>
        <a:prstGeom prst="roundRect">
          <a:avLst>
            <a:gd name="adj" fmla="val 1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Difficultés</a:t>
          </a:r>
          <a:endParaRPr lang="en-US" sz="3100" kern="1200" dirty="0"/>
        </a:p>
      </dsp:txBody>
      <dsp:txXfrm>
        <a:off x="678565" y="2975435"/>
        <a:ext cx="2662810" cy="1170592"/>
      </dsp:txXfrm>
    </dsp:sp>
    <dsp:sp modelId="{46B5756A-DFC9-49EE-B5B0-3E007BEE2895}">
      <dsp:nvSpPr>
        <dsp:cNvPr id="0" name=""/>
        <dsp:cNvSpPr/>
      </dsp:nvSpPr>
      <dsp:spPr>
        <a:xfrm>
          <a:off x="965634" y="4408524"/>
          <a:ext cx="3862537" cy="1243430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Conclusion </a:t>
          </a:r>
        </a:p>
      </dsp:txBody>
      <dsp:txXfrm>
        <a:off x="1002053" y="4444943"/>
        <a:ext cx="2657982" cy="1170592"/>
      </dsp:txXfrm>
    </dsp:sp>
    <dsp:sp modelId="{E262F5A6-04BF-4A77-9BC1-3150FA9E3769}">
      <dsp:nvSpPr>
        <dsp:cNvPr id="0" name=""/>
        <dsp:cNvSpPr/>
      </dsp:nvSpPr>
      <dsp:spPr>
        <a:xfrm>
          <a:off x="3054308" y="952354"/>
          <a:ext cx="808229" cy="80822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236160" y="952354"/>
        <a:ext cx="444525" cy="608192"/>
      </dsp:txXfrm>
    </dsp:sp>
    <dsp:sp modelId="{83796028-D56B-4376-9E83-A53443CD716C}">
      <dsp:nvSpPr>
        <dsp:cNvPr id="0" name=""/>
        <dsp:cNvSpPr/>
      </dsp:nvSpPr>
      <dsp:spPr>
        <a:xfrm>
          <a:off x="3377795" y="2421862"/>
          <a:ext cx="808229" cy="80822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559647" y="2421862"/>
        <a:ext cx="444525" cy="608192"/>
      </dsp:txXfrm>
    </dsp:sp>
    <dsp:sp modelId="{EAD8662D-BA56-4122-8A8D-FE70AE283619}">
      <dsp:nvSpPr>
        <dsp:cNvPr id="0" name=""/>
        <dsp:cNvSpPr/>
      </dsp:nvSpPr>
      <dsp:spPr>
        <a:xfrm>
          <a:off x="3696454" y="3891371"/>
          <a:ext cx="808229" cy="80822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878306" y="3891371"/>
        <a:ext cx="444525" cy="608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8C7CB-92B6-4418-B901-835A0CD9AB9A}">
      <dsp:nvSpPr>
        <dsp:cNvPr id="0" name=""/>
        <dsp:cNvSpPr/>
      </dsp:nvSpPr>
      <dsp:spPr>
        <a:xfrm>
          <a:off x="3080" y="263599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Gestion des nombres flottants.</a:t>
          </a:r>
        </a:p>
      </dsp:txBody>
      <dsp:txXfrm>
        <a:off x="3080" y="1563836"/>
        <a:ext cx="2444055" cy="2053006"/>
      </dsp:txXfrm>
    </dsp:sp>
    <dsp:sp modelId="{3D4D5711-8497-4076-B7DA-484EF95315D4}">
      <dsp:nvSpPr>
        <dsp:cNvPr id="0" name=""/>
        <dsp:cNvSpPr/>
      </dsp:nvSpPr>
      <dsp:spPr>
        <a:xfrm>
          <a:off x="711856" y="605766"/>
          <a:ext cx="1026503" cy="10265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756094"/>
        <a:ext cx="725847" cy="725847"/>
      </dsp:txXfrm>
    </dsp:sp>
    <dsp:sp modelId="{27A20940-60E2-47EB-A1C0-88E65197E23F}">
      <dsp:nvSpPr>
        <dsp:cNvPr id="0" name=""/>
        <dsp:cNvSpPr/>
      </dsp:nvSpPr>
      <dsp:spPr>
        <a:xfrm>
          <a:off x="3080" y="3685204"/>
          <a:ext cx="2444055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168F6-DC03-42D2-B4EC-A88B85EB62C2}">
      <dsp:nvSpPr>
        <dsp:cNvPr id="0" name=""/>
        <dsp:cNvSpPr/>
      </dsp:nvSpPr>
      <dsp:spPr>
        <a:xfrm>
          <a:off x="2691541" y="263599"/>
          <a:ext cx="2444055" cy="342167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Compréhension des vecteurs en 3D.</a:t>
          </a:r>
        </a:p>
      </dsp:txBody>
      <dsp:txXfrm>
        <a:off x="2691541" y="1563836"/>
        <a:ext cx="2444055" cy="2053006"/>
      </dsp:txXfrm>
    </dsp:sp>
    <dsp:sp modelId="{45CD8BCB-FA05-4F91-A44F-371BD7C2496C}">
      <dsp:nvSpPr>
        <dsp:cNvPr id="0" name=""/>
        <dsp:cNvSpPr/>
      </dsp:nvSpPr>
      <dsp:spPr>
        <a:xfrm>
          <a:off x="3400317" y="605766"/>
          <a:ext cx="1026503" cy="102650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756094"/>
        <a:ext cx="725847" cy="725847"/>
      </dsp:txXfrm>
    </dsp:sp>
    <dsp:sp modelId="{943AEE42-8133-4C48-9E58-5D55AA84DE50}">
      <dsp:nvSpPr>
        <dsp:cNvPr id="0" name=""/>
        <dsp:cNvSpPr/>
      </dsp:nvSpPr>
      <dsp:spPr>
        <a:xfrm>
          <a:off x="2691541" y="3685204"/>
          <a:ext cx="244405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469DC-A91B-433F-9BB0-93D4205C35D8}">
      <dsp:nvSpPr>
        <dsp:cNvPr id="0" name=""/>
        <dsp:cNvSpPr/>
      </dsp:nvSpPr>
      <dsp:spPr>
        <a:xfrm>
          <a:off x="5380002" y="263599"/>
          <a:ext cx="2444055" cy="342167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Respect strict du format d’affichage.</a:t>
          </a:r>
        </a:p>
      </dsp:txBody>
      <dsp:txXfrm>
        <a:off x="5380002" y="1563836"/>
        <a:ext cx="2444055" cy="2053006"/>
      </dsp:txXfrm>
    </dsp:sp>
    <dsp:sp modelId="{9BC9E403-E2EE-4367-B11D-70F29FADA2DA}">
      <dsp:nvSpPr>
        <dsp:cNvPr id="0" name=""/>
        <dsp:cNvSpPr/>
      </dsp:nvSpPr>
      <dsp:spPr>
        <a:xfrm>
          <a:off x="6088778" y="605766"/>
          <a:ext cx="1026503" cy="102650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756094"/>
        <a:ext cx="725847" cy="725847"/>
      </dsp:txXfrm>
    </dsp:sp>
    <dsp:sp modelId="{050BB0DF-ED83-4243-92F9-CE97362061A2}">
      <dsp:nvSpPr>
        <dsp:cNvPr id="0" name=""/>
        <dsp:cNvSpPr/>
      </dsp:nvSpPr>
      <dsp:spPr>
        <a:xfrm>
          <a:off x="5380002" y="3685204"/>
          <a:ext cx="2444055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A05D5-9E7B-43A4-B519-A11BDE2C2E0A}">
      <dsp:nvSpPr>
        <dsp:cNvPr id="0" name=""/>
        <dsp:cNvSpPr/>
      </dsp:nvSpPr>
      <dsp:spPr>
        <a:xfrm>
          <a:off x="8068463" y="263599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Manipulation des angles et projections.</a:t>
          </a:r>
        </a:p>
      </dsp:txBody>
      <dsp:txXfrm>
        <a:off x="8068463" y="1563836"/>
        <a:ext cx="2444055" cy="2053006"/>
      </dsp:txXfrm>
    </dsp:sp>
    <dsp:sp modelId="{D10FFDAD-4888-4978-934F-93E2A42EC198}">
      <dsp:nvSpPr>
        <dsp:cNvPr id="0" name=""/>
        <dsp:cNvSpPr/>
      </dsp:nvSpPr>
      <dsp:spPr>
        <a:xfrm>
          <a:off x="8777239" y="605766"/>
          <a:ext cx="1026503" cy="10265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756094"/>
        <a:ext cx="725847" cy="725847"/>
      </dsp:txXfrm>
    </dsp:sp>
    <dsp:sp modelId="{1308A8E5-DF70-48E5-BB45-53BA0671BAC2}">
      <dsp:nvSpPr>
        <dsp:cNvPr id="0" name=""/>
        <dsp:cNvSpPr/>
      </dsp:nvSpPr>
      <dsp:spPr>
        <a:xfrm>
          <a:off x="8068463" y="3685204"/>
          <a:ext cx="2444055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omplex math formulas on a blackboard">
            <a:extLst>
              <a:ext uri="{FF2B5EF4-FFF2-40B4-BE49-F238E27FC236}">
                <a16:creationId xmlns:a16="http://schemas.microsoft.com/office/drawing/2014/main" id="{28D7854F-02D1-6A74-7B4B-F375AA2D39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6786" b="61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en-US" sz="10600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Module : </a:t>
            </a:r>
            <a:br>
              <a:rPr lang="en-US" sz="10600">
                <a:ln w="22225">
                  <a:solidFill>
                    <a:schemeClr val="tx1"/>
                  </a:solidFill>
                  <a:miter lim="800000"/>
                </a:ln>
                <a:noFill/>
              </a:rPr>
            </a:br>
            <a:r>
              <a:rPr lang="en-US" sz="10600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G1 </a:t>
            </a:r>
            <a:r>
              <a:rPr lang="en-US" sz="10600" dirty="0" err="1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mathematique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3200" dirty="0" err="1"/>
              <a:t>Bourla</a:t>
            </a:r>
            <a:r>
              <a:rPr lang="en-US" sz="3200" dirty="0"/>
              <a:t> Celia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91D444C9-9FA6-485E-8F7A-5B65A28FC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370C5-2357-41A2-B14A-C4A7335EC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159" y="1377146"/>
            <a:ext cx="4076460" cy="36262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Review Projet : 101 pong</a:t>
            </a:r>
          </a:p>
        </p:txBody>
      </p:sp>
      <p:pic>
        <p:nvPicPr>
          <p:cNvPr id="96" name="Picture 95" descr="Close up of pin and stethoscope, pinned on doctor's appointment">
            <a:extLst>
              <a:ext uri="{FF2B5EF4-FFF2-40B4-BE49-F238E27FC236}">
                <a16:creationId xmlns:a16="http://schemas.microsoft.com/office/drawing/2014/main" id="{B786968B-0DAD-2250-C09E-990DDFA0712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51000"/>
          </a:blip>
          <a:srcRect l="28688" r="5855" b="-3"/>
          <a:stretch>
            <a:fillRect/>
          </a:stretch>
        </p:blipFill>
        <p:spPr>
          <a:xfrm>
            <a:off x="5457027" y="10"/>
            <a:ext cx="6734973" cy="6857990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F542BB3E-999E-485A-8D89-20CA76FCB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57736" y="815001"/>
            <a:ext cx="449918" cy="320434"/>
            <a:chOff x="10957736" y="815001"/>
            <a:chExt cx="449918" cy="320434"/>
          </a:xfrm>
          <a:solidFill>
            <a:srgbClr val="FFFFFF"/>
          </a:solidFill>
        </p:grpSpPr>
        <p:sp>
          <p:nvSpPr>
            <p:cNvPr id="98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7736" y="815001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9" name="Graphic 15">
              <a:extLst>
                <a:ext uri="{FF2B5EF4-FFF2-40B4-BE49-F238E27FC236}">
                  <a16:creationId xmlns:a16="http://schemas.microsoft.com/office/drawing/2014/main" id="{8550FED7-7C32-42BB-98DB-30272A633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16516" y="104429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grpFill/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274341"/>
            <a:ext cx="11353800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278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8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7D1744-2652-9F1B-F88F-0BBBEE463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Sommaire</a:t>
            </a:r>
          </a:p>
        </p:txBody>
      </p:sp>
      <p:graphicFrame>
        <p:nvGraphicFramePr>
          <p:cNvPr id="74" name="Content Placeholder 2">
            <a:extLst>
              <a:ext uri="{FF2B5EF4-FFF2-40B4-BE49-F238E27FC236}">
                <a16:creationId xmlns:a16="http://schemas.microsoft.com/office/drawing/2014/main" id="{67CC5C4B-E44B-E0DA-C18E-26EFF66222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4529845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330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3CA3DAA-08BB-476F-9793-941CFAEA5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1EF744A-E0CA-4659-9909-4B77BF70D3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09C8437-171E-4687-AA5E-A46A56AEE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FEFA667-DE58-4745-9E9D-C6E61CB06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7348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C4C74-68B1-37AE-04B5-8C2F57677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600" y="1676400"/>
            <a:ext cx="5410200" cy="10637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Presentation Du Projet</a:t>
            </a:r>
          </a:p>
        </p:txBody>
      </p:sp>
      <p:pic>
        <p:nvPicPr>
          <p:cNvPr id="5" name="Content Placeholder 3" descr="3D Pong">
            <a:extLst>
              <a:ext uri="{FF2B5EF4-FFF2-40B4-BE49-F238E27FC236}">
                <a16:creationId xmlns:a16="http://schemas.microsoft.com/office/drawing/2014/main" id="{48E46066-D2FE-2D63-77A7-BF338F025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64556"/>
            <a:ext cx="4495801" cy="252888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A368E-A715-FA31-0EBE-D92398399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2674538"/>
            <a:ext cx="5638800" cy="25070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1500" err="1">
                <a:solidFill>
                  <a:schemeClr val="tx1">
                    <a:alpha val="55000"/>
                  </a:schemeClr>
                </a:solidFill>
              </a:rPr>
              <a:t>Travailler</a:t>
            </a: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 sur </a:t>
            </a:r>
            <a:r>
              <a:rPr lang="en-US" sz="1500" err="1">
                <a:solidFill>
                  <a:schemeClr val="tx1">
                    <a:alpha val="55000"/>
                  </a:schemeClr>
                </a:solidFill>
              </a:rPr>
              <a:t>une</a:t>
            </a: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 version 3D du jeux pong </a:t>
            </a:r>
            <a:r>
              <a:rPr lang="en-US" sz="1500" err="1">
                <a:solidFill>
                  <a:schemeClr val="tx1">
                    <a:alpha val="55000"/>
                  </a:schemeClr>
                </a:solidFill>
              </a:rPr>
              <a:t>dévelopé</a:t>
            </a: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1500" err="1">
                <a:solidFill>
                  <a:schemeClr val="tx1">
                    <a:alpha val="55000"/>
                  </a:schemeClr>
                </a:solidFill>
              </a:rPr>
              <a:t>en</a:t>
            </a: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 1972 </a:t>
            </a:r>
          </a:p>
          <a:p>
            <a:endParaRPr lang="en-US" sz="1500" dirty="0">
              <a:solidFill>
                <a:schemeClr val="tx1">
                  <a:alpha val="55000"/>
                </a:schemeClr>
              </a:solidFill>
            </a:endParaRPr>
          </a:p>
          <a:p>
            <a:r>
              <a:rPr lang="en-US" sz="1500" err="1">
                <a:solidFill>
                  <a:schemeClr val="tx1">
                    <a:alpha val="55000"/>
                  </a:schemeClr>
                </a:solidFill>
              </a:rPr>
              <a:t>Création</a:t>
            </a: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 d'un </a:t>
            </a:r>
            <a:r>
              <a:rPr lang="en-US" sz="1500" err="1">
                <a:solidFill>
                  <a:schemeClr val="tx1">
                    <a:alpha val="55000"/>
                  </a:schemeClr>
                </a:solidFill>
              </a:rPr>
              <a:t>programme</a:t>
            </a: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 qui affiche :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           -  Les </a:t>
            </a:r>
            <a:r>
              <a:rPr lang="en-US" sz="1500" dirty="0" err="1">
                <a:solidFill>
                  <a:schemeClr val="tx1">
                    <a:alpha val="55000"/>
                  </a:schemeClr>
                </a:solidFill>
              </a:rPr>
              <a:t>coordonnées</a:t>
            </a: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 du </a:t>
            </a:r>
            <a:r>
              <a:rPr lang="en-US" sz="1500" dirty="0" err="1">
                <a:solidFill>
                  <a:schemeClr val="tx1">
                    <a:alpha val="55000"/>
                  </a:schemeClr>
                </a:solidFill>
              </a:rPr>
              <a:t>vecteur</a:t>
            </a: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alpha val="55000"/>
                  </a:schemeClr>
                </a:solidFill>
              </a:rPr>
              <a:t>vitesse</a:t>
            </a: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 de la </a:t>
            </a:r>
            <a:r>
              <a:rPr lang="en-US" sz="1500" dirty="0" err="1">
                <a:solidFill>
                  <a:schemeClr val="tx1">
                    <a:alpha val="55000"/>
                  </a:schemeClr>
                </a:solidFill>
              </a:rPr>
              <a:t>balle</a:t>
            </a:r>
            <a:endParaRPr lang="en-US" sz="1500" dirty="0">
              <a:solidFill>
                <a:schemeClr val="tx1">
                  <a:alpha val="55000"/>
                </a:schemeClr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            -  Les </a:t>
            </a:r>
            <a:r>
              <a:rPr lang="en-US" sz="1500" dirty="0" err="1">
                <a:solidFill>
                  <a:schemeClr val="tx1">
                    <a:alpha val="55000"/>
                  </a:schemeClr>
                </a:solidFill>
              </a:rPr>
              <a:t>coordnonées</a:t>
            </a: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 de la </a:t>
            </a:r>
            <a:r>
              <a:rPr lang="en-US" sz="1500" dirty="0" err="1">
                <a:solidFill>
                  <a:schemeClr val="tx1">
                    <a:alpha val="55000"/>
                  </a:schemeClr>
                </a:solidFill>
              </a:rPr>
              <a:t>balle</a:t>
            </a: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 dans un temps </a:t>
            </a:r>
            <a:r>
              <a:rPr lang="en-US" sz="1500" dirty="0" err="1">
                <a:solidFill>
                  <a:schemeClr val="tx1">
                    <a:alpha val="55000"/>
                  </a:schemeClr>
                </a:solidFill>
              </a:rPr>
              <a:t>donné</a:t>
            </a:r>
            <a:endParaRPr lang="en-US" sz="1500" dirty="0">
              <a:solidFill>
                <a:schemeClr val="tx1">
                  <a:alpha val="55000"/>
                </a:schemeClr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            -  </a:t>
            </a:r>
            <a:r>
              <a:rPr lang="en-US" sz="1500" dirty="0" err="1">
                <a:solidFill>
                  <a:schemeClr val="tx1">
                    <a:alpha val="55000"/>
                  </a:schemeClr>
                </a:solidFill>
              </a:rPr>
              <a:t>L'angle</a:t>
            </a: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 avec </a:t>
            </a:r>
            <a:r>
              <a:rPr lang="en-US" sz="1500" dirty="0" err="1">
                <a:solidFill>
                  <a:schemeClr val="tx1">
                    <a:alpha val="55000"/>
                  </a:schemeClr>
                </a:solidFill>
              </a:rPr>
              <a:t>lequel</a:t>
            </a: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 la </a:t>
            </a:r>
            <a:r>
              <a:rPr lang="en-US" sz="1500" dirty="0" err="1">
                <a:solidFill>
                  <a:schemeClr val="tx1">
                    <a:alpha val="55000"/>
                  </a:schemeClr>
                </a:solidFill>
              </a:rPr>
              <a:t>balle</a:t>
            </a: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alpha val="55000"/>
                  </a:schemeClr>
                </a:solidFill>
              </a:rPr>
              <a:t>touche</a:t>
            </a:r>
            <a:r>
              <a:rPr lang="en-US" sz="1500" dirty="0">
                <a:solidFill>
                  <a:schemeClr val="tx1">
                    <a:alpha val="55000"/>
                  </a:schemeClr>
                </a:solidFill>
              </a:rPr>
              <a:t> le rectangle</a:t>
            </a:r>
          </a:p>
        </p:txBody>
      </p:sp>
    </p:spTree>
    <p:extLst>
      <p:ext uri="{BB962C8B-B14F-4D97-AF65-F5344CB8AC3E}">
        <p14:creationId xmlns:p14="http://schemas.microsoft.com/office/powerpoint/2010/main" val="2884171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3C89C-FD36-2C6F-0B91-E30351566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6200">
                <a:solidFill>
                  <a:srgbClr val="FFFFFF"/>
                </a:solidFill>
              </a:rPr>
              <a:t>Réalisation 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9E497-1E1A-0405-06FF-09E04840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Lecture et récupération des arguments dans le terminal.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endParaRPr lang="en-US" sz="190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Vérification du bon nombre de paramètres et de leur validité.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endParaRPr lang="en-US" sz="190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Calcul du vecteur vitesse à partir des deux positions données.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endParaRPr lang="en-US" sz="190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Calcul de la position future au temps t + n.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endParaRPr lang="en-US" sz="190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  <a:p>
            <a:r>
              <a:rPr lang="en-US" sz="19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Formatage</a:t>
            </a:r>
            <a:r>
              <a:rPr lang="en-US" sz="19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précis des </a:t>
            </a:r>
            <a:r>
              <a:rPr lang="en-US" sz="19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résultats</a:t>
            </a:r>
            <a:r>
              <a:rPr lang="en-US" sz="19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(2 </a:t>
            </a:r>
            <a:r>
              <a:rPr lang="en-US" sz="19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décimales</a:t>
            </a:r>
            <a:r>
              <a:rPr lang="en-US" sz="19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)</a:t>
            </a:r>
            <a:endParaRPr lang="en-US" sz="19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190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Gestion des erreurs avec un code de retour 84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endParaRPr lang="en-US" sz="19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188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FF7A5A-84EC-F759-747C-62C2945DD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Difficultés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E1D1EC-B7D9-2AE5-0434-8419C4F19A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0553958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0362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A3B1F-5F9F-572E-218E-85CB71A58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C88FF-B95A-3605-56DF-C9B7BBE9D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Projet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utile pour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comprendre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les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vecteurs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.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 dirty="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Application concrète des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maths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programmation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.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 dirty="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  <a:p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Amélioration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de la rigueur et de la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précision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.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 dirty="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Bonne introduction aux simulations physiques.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5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Module :  G1 mathematique</vt:lpstr>
      <vt:lpstr>Review Projet : 101 pong</vt:lpstr>
      <vt:lpstr>Sommaire</vt:lpstr>
      <vt:lpstr>Presentation Du Projet</vt:lpstr>
      <vt:lpstr>Réalisation </vt:lpstr>
      <vt:lpstr>Difficultés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134</cp:revision>
  <dcterms:created xsi:type="dcterms:W3CDTF">2025-12-08T08:41:55Z</dcterms:created>
  <dcterms:modified xsi:type="dcterms:W3CDTF">2025-12-08T13:36:54Z</dcterms:modified>
</cp:coreProperties>
</file>